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6" r:id="rId4"/>
    <p:sldId id="267" r:id="rId5"/>
    <p:sldId id="268" r:id="rId6"/>
    <p:sldId id="269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6E2B6-9859-517E-0EEE-4D9DC4A99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CFB85-0ED4-73F1-274A-60F14F989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5C7B0-B4FF-BD17-77F1-B0DDA79DB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D8C8-CE37-47F3-8DF9-198EF343C08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6A238-8B07-C43A-5BE4-41EEFC078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42BE7-1C1A-4AC6-99F0-F76855F9D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BD58A-FA2E-4822-987B-83967DA6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62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13A7-3AF5-58B2-7843-274CF0F2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CEF73-E4D8-CC14-BEE4-1C39F8CC0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616B0-E15A-45F9-BF37-675595220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D8C8-CE37-47F3-8DF9-198EF343C08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F33BC-4CFE-ABE4-BC2B-90F7B19F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CACE4-0AAB-F795-EA8A-6E66F0AA1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BD58A-FA2E-4822-987B-83967DA6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16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7394E-1551-75F3-B8A0-9D22F9B8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12DE2-11FE-219B-68C5-2BA30C754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3D010-2A86-FE1F-977B-3BB02777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D8C8-CE37-47F3-8DF9-198EF343C08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41C92-B7D7-D19D-838A-9926F4B8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F9517-EBA2-5942-B535-B30B4B93A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BD58A-FA2E-4822-987B-83967DA6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192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4509B-7683-35C3-8FD5-73ABC041C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6264A-2B00-B554-FF2E-8B9F351BF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805FA-B673-4C5B-9C0F-8A333EE73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27330-F631-1456-5468-10FAFAFD7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D8C8-CE37-47F3-8DF9-198EF343C08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E558B-FC06-DC5D-7640-EB6F7EC06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73602-94EF-6E0C-A729-057DAAF90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BD58A-FA2E-4822-987B-83967DA6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58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33C4B-927D-FD5C-B712-B9E3F9834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50A92-C514-2D3C-8CCB-658F4BA48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3929B-9838-614E-C136-E91B0544B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0F562-7B4F-9E32-E270-7E113EA9F8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DAA7E-8DA2-75C1-41E3-7BF6A21AE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95881-6E98-D6D5-01AF-AA534396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D8C8-CE37-47F3-8DF9-198EF343C08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6DE618-981D-9900-683B-6C4570087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7CD25-6162-75C3-5756-DF0F277F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BD58A-FA2E-4822-987B-83967DA6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69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1215-784C-D45B-6CE1-4824845C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CB59D-E872-7046-5C6B-8DDBD5644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D8C8-CE37-47F3-8DF9-198EF343C08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F56EF-53CB-364F-9819-C62D5AC7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1172E-FD03-FCFC-4875-A837D861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BD58A-FA2E-4822-987B-83967DA6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10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D58319-41B9-23C2-E628-94A860BEA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D8C8-CE37-47F3-8DF9-198EF343C08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BFCA9A-549B-82F1-AD20-E37EBB8DC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36088-4AE9-A867-2CC8-6867D03E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BD58A-FA2E-4822-987B-83967DA6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186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6F2C-25B1-5EBA-6A4A-1791DBD57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BCFFF-D609-7E24-A8A8-D1445BABC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95041-4863-F42D-238D-C4C016091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03CDF-30CF-507F-28A4-79B1310E6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D8C8-CE37-47F3-8DF9-198EF343C08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1F10F-2FFE-5EE6-AA7B-74A7B9B0E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7B5F9-14D1-8ED1-5A48-1AF345D48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BD58A-FA2E-4822-987B-83967DA6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10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5A5B5-2555-4CA1-F8B3-3E52A548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32EBC-06E7-322E-2363-B0927489EDC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E9F3E-7368-D90A-7E2C-67CD174BC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82838-9231-DE71-3292-7782CE608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D8C8-CE37-47F3-8DF9-198EF343C08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37E5E-28E4-388F-897F-74B2AB6ED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549A9-FA26-8DB6-1CD3-9755A279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BD58A-FA2E-4822-987B-83967DA6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7554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0539-C175-C6B6-4B37-920C75ACC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3E0E1-CB6D-FEA2-D724-E107058F3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2514E-8AEA-3039-9C96-2DE29D5A6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D8C8-CE37-47F3-8DF9-198EF343C08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AAC80-8534-0581-49E7-BEABC01CB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A8DDA-467A-F456-541D-7059990E1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BD58A-FA2E-4822-987B-83967DA6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441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5AD734-7AD9-A0E0-56B6-0510106483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DD947-C3DE-4338-58CB-FE3396BF1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88BA6-F365-AEFA-BA8C-930902824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D8C8-CE37-47F3-8DF9-198EF343C08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74F51-E8CA-3FC9-20C1-E8B55213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67C62-C5F3-4734-1A85-23A5AD53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BD58A-FA2E-4822-987B-83967DA6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986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DA7A3-22D0-D448-507B-7474DE77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C6C41-FB08-5E2B-3938-F06A53267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E7CCB-C3CC-4297-9677-D00889F36E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FD8C8-CE37-47F3-8DF9-198EF343C080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6C2FD-8306-B623-10E0-024F3BC09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F1DFA-1B6C-655A-47EF-2FFF2B86D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BD58A-FA2E-4822-987B-83967DA661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02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291875-E4A2-DBE3-6D09-A83A1B641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3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708F-D770-F4E0-0DAF-E0FB5F1B1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6199" y="160764"/>
            <a:ext cx="5600955" cy="977474"/>
          </a:xfrm>
        </p:spPr>
        <p:txBody>
          <a:bodyPr/>
          <a:lstStyle/>
          <a:p>
            <a:r>
              <a:rPr lang="en-US" dirty="0"/>
              <a:t>UI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E8191-A0D9-CB05-2E1C-988A903CC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835" y="1049411"/>
            <a:ext cx="10211124" cy="5386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AE9D90-FC82-3CA7-D48A-8B6F01635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714" y="5210239"/>
            <a:ext cx="1882359" cy="100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1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502D71-FB4E-0793-0992-DA572D80F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69" y="533911"/>
            <a:ext cx="10893058" cy="56870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130C87-5CE5-C9CA-94BE-A4F28DC4DB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209" y="4891119"/>
            <a:ext cx="1882359" cy="100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842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E3F5E2-E7F7-176E-89EF-410207501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69" y="357597"/>
            <a:ext cx="11774862" cy="6142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796D7E-C01B-8624-B5BC-F15D61D35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025" y="5112048"/>
            <a:ext cx="1882359" cy="100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85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5AE662-B882-AA19-8AA9-18D3F4A7E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04" y="479326"/>
            <a:ext cx="11257591" cy="58993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0A2D73-7AC6-C038-0B56-45884565A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328" y="5013857"/>
            <a:ext cx="1882359" cy="100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254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5D1C4E-2A89-D93B-A192-DF27EFDE5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53" y="1081137"/>
            <a:ext cx="11070991" cy="45555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B8DFB6-26D5-4128-DA4E-FE395C0632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7221" y="4635004"/>
            <a:ext cx="1882359" cy="100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938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F1374B-59EF-3592-0E51-B7779D431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6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UI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Kanojia</dc:creator>
  <cp:lastModifiedBy>Atharva Kanojia</cp:lastModifiedBy>
  <cp:revision>1</cp:revision>
  <dcterms:created xsi:type="dcterms:W3CDTF">2026-10-06T04:14:35Z</dcterms:created>
  <dcterms:modified xsi:type="dcterms:W3CDTF">2026-10-06T04:14:35Z</dcterms:modified>
</cp:coreProperties>
</file>