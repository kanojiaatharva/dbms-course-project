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65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FCFC"/>
    <a:srgbClr val="F9F9F9"/>
    <a:srgbClr val="4254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42892C-B25E-48C3-B455-4193458E8A2B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7C3AD7-4C50-4275-86CD-7C71ADD012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7408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B6A82-B77F-AE25-60F8-F5E58A2DFD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56AD94-9A37-2EAC-96D9-07C9B93904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924354-2B77-8DFF-D613-BA706EABA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A003A-0F75-49D8-BB39-62339D3317B9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4CA2B3-A5A5-D4EE-73C2-626904618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3E72DB-0DE5-87F4-72AB-117575137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887CD-F16C-4F21-9291-9F511DF345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5536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41C99-AC5F-08F9-10C7-8C3B94665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4BD9B-AEA7-D75D-A1D1-C483E4927A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7947B6-91BC-D940-2266-6B1205FB9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A003A-0F75-49D8-BB39-62339D3317B9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B0862-848B-B1CE-77E1-748D4B093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E079A7-B232-CA10-894C-4D576314A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887CD-F16C-4F21-9291-9F511DF345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6706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95DBB-A6DC-D91E-9C3B-8B2CA0286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68DB05-3184-00EC-1DC7-A274A97BAE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4F951-7C47-99A1-5AD3-913C4F872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A003A-0F75-49D8-BB39-62339D3317B9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2E6D38-E497-8BC5-AA05-1F5BB0553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F52439-F235-FC95-8B49-AB1E97A28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887CD-F16C-4F21-9291-9F511DF345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5822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EB8C0-70B5-FCFA-3C84-032712A40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773DA-7010-3DE7-4A46-86F904F149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29208F-5613-1D32-666A-BC265E168E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88B66B-65BB-8E27-FD11-D4F939FFC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A003A-0F75-49D8-BB39-62339D3317B9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16BE41-0F33-7D23-89CE-AB8A1B1E7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C3543D-C0D9-31E3-F681-0FB452D66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887CD-F16C-4F21-9291-9F511DF345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2479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748DE-865A-2E4B-7A04-664575999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03046D-41A3-CC53-1700-9A66C7E9A1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D00A86-F56E-45B5-CC1A-5EB72D2F87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CC817C-C7D7-F768-E12F-08E46E7294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8882C9-134F-3492-3D0E-4F4033AA52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9FC85E-DF6D-AE09-47DF-808A3C7C2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A003A-0F75-49D8-BB39-62339D3317B9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EED56E-8C87-FEFD-FA1D-A742838F5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4E34B9-C134-1607-9D6F-6C3E0EC9E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887CD-F16C-4F21-9291-9F511DF345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3205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5D46D-49B7-036C-9159-1CE817365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A04C60-2848-03D4-7BA4-02F170AC7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A003A-0F75-49D8-BB39-62339D3317B9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561CAC-3EB7-2F8F-7CA9-C940AB15B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DE34FD-17B4-48B4-0F18-1422DBA8B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887CD-F16C-4F21-9291-9F511DF345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5905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042CE3-0DB4-6EF9-0724-C3E897E89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A003A-0F75-49D8-BB39-62339D3317B9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E1AA61-A205-B828-3C2F-3BFD44C56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A03F13-1211-33E9-91C4-1A325469B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887CD-F16C-4F21-9291-9F511DF345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7556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449A8-09CC-D555-EE72-05389C9FA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78A9B-AD7E-28CE-FCD7-622998CF7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761B51-B671-A390-8305-DBA42928DF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C31684-9068-D074-9B17-156760DDC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A003A-0F75-49D8-BB39-62339D3317B9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9FF72B-7C25-9649-DDA4-E10341D2F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99CD9A-979A-502B-2763-4DB6A3CA0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887CD-F16C-4F21-9291-9F511DF345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3684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76231-7056-CE75-D134-758E96948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7C6246-F5BF-3B01-2430-27E1D88386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61745F-5169-536E-EE80-145B74C148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361126-AF22-DE1D-D133-1E7D02C72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A003A-0F75-49D8-BB39-62339D3317B9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A49E24-EB86-537A-DE39-A4CD7F4BC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4A6010-006F-355C-414A-FFE77A191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887CD-F16C-4F21-9291-9F511DF345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7674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AE851-14F8-43CC-C45A-B0302CCB9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8C880D-3E44-4867-160D-E5E320BF66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7309E-7C12-1E2C-E1E4-1C193F0D3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A003A-0F75-49D8-BB39-62339D3317B9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68333-F42D-A536-80E3-983B469F2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F37DA8-AF51-D175-D361-FAD190225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887CD-F16C-4F21-9291-9F511DF345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7266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5A2265-06C3-72EF-2B5C-7EED765299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1FD70E-0ED7-163A-2EC1-6645D56D3E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BB30CD-C836-A0E6-8392-1D0871DC2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A003A-0F75-49D8-BB39-62339D3317B9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8F25BE-AB68-61C0-0424-EA574B40B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D64C2-877E-DDF0-F2EB-7B7273165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887CD-F16C-4F21-9291-9F511DF345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6010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707AAF-68BC-2A38-7063-76077DFE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254C63-C14F-A71A-0FF1-504EBB5563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013C48-2D66-BDDB-4938-330C8C2C8B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CA003A-0F75-49D8-BB39-62339D3317B9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88237D-8547-9E3B-D463-45FDAB0D13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5611FB-567D-3CEC-944A-DC1EC2C71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3887CD-F16C-4F21-9291-9F511DF345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3100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C291875-E4A2-DBE3-6D09-A83A1B6415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430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6673DC-4595-4B0B-374A-DE9551A4D8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3A1AC98-1420-A06B-18B1-7FD93C75AA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7881" y="0"/>
            <a:ext cx="1882359" cy="1001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174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4BB6AD-D6AD-F3FD-C4AA-97949A709C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468E970-5FE7-DF32-6616-EB41C2BFE0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7881" y="0"/>
            <a:ext cx="1882359" cy="1001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5092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F1374B-59EF-3592-0E51-B7779D431E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363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Atharva Kanojia</dc:creator>
  <cp:lastModifiedBy>Atharva Kanojia</cp:lastModifiedBy>
  <cp:revision>11</cp:revision>
  <dcterms:created xsi:type="dcterms:W3CDTF">2026-08-23T10:50:59Z</dcterms:created>
  <dcterms:modified xsi:type="dcterms:W3CDTF">2026-10-06T04:06:31Z</dcterms:modified>
</cp:coreProperties>
</file>