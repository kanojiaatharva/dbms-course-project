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59" r:id="rId3"/>
    <p:sldId id="260" r:id="rId4"/>
    <p:sldId id="261" r:id="rId5"/>
    <p:sldId id="264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3F09F-AF83-4205-8560-4502E26EFC48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FBB81-DDE6-423E-B8DE-F9A5CB1AF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0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C3AD7-4C50-4275-86CD-7C71ADD012A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65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AF8C5-563C-0A11-C7F5-D9BDA61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F0647-A8E9-EC78-7844-10F03D449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D82E7-18FA-A9E0-5DB1-C9E40E5A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2F6DA-D143-13CC-B9D1-956E2860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68ECA-8B7D-FEF4-80F8-C279F5DB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80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E231-505F-1DED-978E-EA51279A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7DB97-FCE9-A671-45AA-4E87C2C2E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EF04E-80C7-DA70-D7FE-84D6F731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6099F-CC1E-F0ED-3337-1D44FBB5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2409A-8AF5-7647-0D8B-78CC540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43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EC67-B89C-F300-623F-2ADC90F9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4599F-5689-6FFA-FC71-45B33EAA5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AF729-F81E-7578-4970-0EA10395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11D3-7A2E-A74F-E768-C22DC205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AC239-26B7-4434-74AC-4428EF8A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D7F2-9DFB-2F3B-46BF-0261FC58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B4C5-887A-61C7-88E0-4E60E0764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58054-D3AF-66A5-DE3A-8F858278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CAEB7-4328-922E-94C2-994BCEF1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71CCD-4509-524E-EF44-741820FF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936C4-B348-8670-5046-39DB079E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99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1016-2E74-CA08-64DC-57CACBA6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17CC1-9906-AA87-9660-6D395FCF7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A19BA-594C-5AF6-ED0A-7BAA6E6B5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609EA-1B6E-D1DB-560B-82CD188E2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BB1F7-FFFF-A232-FF6E-483FC77B4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73D7E-25FA-F4AE-4D73-3C599646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A4FC4-B968-DA05-5DB1-C0D6BD9B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96016-3136-1884-00CF-2C2F1A3C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014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90DA-F8FF-6C4E-A806-7B7CADF5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2D82B-8F6C-28AB-0C68-5259EE1C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4C355-BAC4-CFCA-F2D5-8D12D518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071A0-FA18-B217-6A42-5F57A952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14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2E468-AF54-98B7-B712-53FAF53F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83832-D00B-5D59-CA3C-37C50180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27698-34AA-C0E4-FCD8-A6560333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99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5E4E6-2803-1B11-4F07-C30211163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1FB9-0551-4297-474E-D4A85BFED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93CC1-A21C-6407-0764-5523AD9A2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401B6-FD9E-EE3F-DBB4-6F1EBD7B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FB4B7-E5EB-02FC-A0DA-0373CBBB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5288C-D2A7-81B1-94E0-FA2B5E9A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6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1BF6-093B-BDF0-FE8C-F6C461BD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E8D3E-EFC5-861F-92F7-C006656A272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C131-D209-1325-E28A-3EC7C14C4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BE543-A0A5-15C3-2D8C-6280ADD9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4F831-56B1-FB0E-4F52-D0F796B3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B1CE4-09B4-7412-2C86-CE425F82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77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712E-EB9F-214F-7412-AD5623A2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B5649-DCC3-B9DE-45DF-AA59675EE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7578-2FE2-9C18-6F9E-10057FA7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10471-54CB-E5D5-8A8A-759D2225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0CD5B-C89B-3A98-487E-EF879507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6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FB387-C1AF-29BB-DE1A-29AB2832D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73EF9-4542-9AE7-EC0B-A236B014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AC856-3FED-F31B-B197-09A40C28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D8661-9A85-FCFD-264E-2B935E6D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5B0F3-0E4F-2F7B-FF18-8B196E52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26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63DEA-4FCF-39ED-7552-F1785792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1B3B3-05B2-77DA-3054-3577D4F89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532CE-D81A-1ABC-2AB9-9F190CF09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97DCC-37CF-4A52-8962-1035AFE8304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37278-3E44-3B61-63DF-F80781F67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F54D3-6893-FC9B-C6F3-04898500A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976FF-8A95-4E5C-AD9C-425C476D0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62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91875-E4A2-DBE3-6D09-A83A1B641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3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C96A6F-2E78-58EE-6E25-A730B66E3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22397C-CDF3-CF3C-ED13-E3DFAD099579}"/>
              </a:ext>
            </a:extLst>
          </p:cNvPr>
          <p:cNvCxnSpPr/>
          <p:nvPr/>
        </p:nvCxnSpPr>
        <p:spPr>
          <a:xfrm>
            <a:off x="8757708" y="4779433"/>
            <a:ext cx="0" cy="588434"/>
          </a:xfrm>
          <a:prstGeom prst="line">
            <a:avLst/>
          </a:prstGeom>
          <a:ln w="12700">
            <a:solidFill>
              <a:srgbClr val="425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A5C60C-2C3A-6DAE-133E-17ECC67C85D8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6905671" y="4779433"/>
            <a:ext cx="0" cy="616285"/>
          </a:xfrm>
          <a:prstGeom prst="line">
            <a:avLst/>
          </a:prstGeom>
          <a:ln w="12700">
            <a:solidFill>
              <a:srgbClr val="425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7110E3-DCCE-B003-DF50-2AB8B344CF67}"/>
              </a:ext>
            </a:extLst>
          </p:cNvPr>
          <p:cNvCxnSpPr>
            <a:cxnSpLocks/>
          </p:cNvCxnSpPr>
          <p:nvPr/>
        </p:nvCxnSpPr>
        <p:spPr>
          <a:xfrm flipH="1">
            <a:off x="8754533" y="4779433"/>
            <a:ext cx="496147" cy="0"/>
          </a:xfrm>
          <a:prstGeom prst="line">
            <a:avLst/>
          </a:prstGeom>
          <a:ln w="12700">
            <a:solidFill>
              <a:srgbClr val="425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AC1A33-E439-00C2-CFCC-39D60F01226B}"/>
              </a:ext>
            </a:extLst>
          </p:cNvPr>
          <p:cNvCxnSpPr>
            <a:cxnSpLocks/>
          </p:cNvCxnSpPr>
          <p:nvPr/>
        </p:nvCxnSpPr>
        <p:spPr>
          <a:xfrm flipH="1">
            <a:off x="6417156" y="4779433"/>
            <a:ext cx="488515" cy="3011"/>
          </a:xfrm>
          <a:prstGeom prst="line">
            <a:avLst/>
          </a:prstGeom>
          <a:ln w="12700">
            <a:solidFill>
              <a:srgbClr val="425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61266-C963-58CA-3EF2-7AA29128105E}"/>
              </a:ext>
            </a:extLst>
          </p:cNvPr>
          <p:cNvSpPr/>
          <p:nvPr/>
        </p:nvSpPr>
        <p:spPr>
          <a:xfrm>
            <a:off x="6781800" y="5302782"/>
            <a:ext cx="123871" cy="1858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2D5E8F-1FF0-43FD-D2BA-7E189086FDFC}"/>
              </a:ext>
            </a:extLst>
          </p:cNvPr>
          <p:cNvSpPr/>
          <p:nvPr/>
        </p:nvSpPr>
        <p:spPr>
          <a:xfrm>
            <a:off x="8760884" y="5302782"/>
            <a:ext cx="164675" cy="18586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5524A3-C688-ED6B-7FDC-26605863B591}"/>
              </a:ext>
            </a:extLst>
          </p:cNvPr>
          <p:cNvSpPr/>
          <p:nvPr/>
        </p:nvSpPr>
        <p:spPr>
          <a:xfrm>
            <a:off x="6778625" y="5302782"/>
            <a:ext cx="123871" cy="1858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611F5-5CB4-FD7B-EE09-62C252470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81" y="0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2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0D8CF-9C83-1B2E-12A8-D9645AF26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340A5A-5ED4-0259-EB0D-3B412D659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81" y="0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6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9C7981-67F7-5661-BDBB-F05B77323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E8DC93-9AED-3F4F-913E-AB5C7F2D7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81" y="0"/>
            <a:ext cx="1882359" cy="10017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052DD5-A449-F007-AB32-ACB436A2ED0B}"/>
              </a:ext>
            </a:extLst>
          </p:cNvPr>
          <p:cNvSpPr/>
          <p:nvPr/>
        </p:nvSpPr>
        <p:spPr>
          <a:xfrm>
            <a:off x="3424397" y="4977037"/>
            <a:ext cx="8536446" cy="1215108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10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836BD-70DD-F466-FF14-22D61881F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79A448-F87D-E09B-67E4-FFF712C3A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81" y="0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7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1374B-59EF-3592-0E51-B7779D431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Kanojia</dc:creator>
  <cp:lastModifiedBy>Atharva Kanojia</cp:lastModifiedBy>
  <cp:revision>1</cp:revision>
  <dcterms:created xsi:type="dcterms:W3CDTF">2026-10-06T04:05:25Z</dcterms:created>
  <dcterms:modified xsi:type="dcterms:W3CDTF">2026-10-06T04:06:09Z</dcterms:modified>
</cp:coreProperties>
</file>